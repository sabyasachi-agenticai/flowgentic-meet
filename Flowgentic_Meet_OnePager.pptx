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</a:defRPr>
            </a:pPr>
            <a:r>
              <a:t>Flowgentic Meet: The Multi-Agent AI Conferencing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Standalone video conferencing or seamlessly plugged into Zoom, Google Meet, and Teams.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>
                <a:solidFill>
                  <a:srgbClr val="38BDF8"/>
                </a:solidFill>
              </a:defRPr>
            </a:pPr>
            <a:r>
              <a:t>Our Core Differentiator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A Multi-Agent, Multimodal, and Multilingual platform that brings specialized AI intelligence directly into human conversations. Stop relying on post-meeting notes; get answers live.</a:t>
            </a:r>
          </a:p>
          <a:p>
            <a:pPr>
              <a:spcBef>
                <a:spcPts val="2500"/>
              </a:spcBef>
              <a:defRPr b="1" sz="2000">
                <a:solidFill>
                  <a:srgbClr val="38BDF8"/>
                </a:solidFill>
              </a:defRPr>
            </a:pPr>
            <a:r>
              <a:t>Data-Driven Decisions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Agents operate securely in the background with real-time access to your Enterprise Data and External Data sources. This empowers humans to make concise, confident decisions instantly during the meeting.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>
                <a:solidFill>
                  <a:srgbClr val="A78BFA"/>
                </a:solidFill>
              </a:defRPr>
            </a:pPr>
            <a:r>
              <a:t>Specialized AI Personas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Summon an individual specialist or an entire 'Agent Swarm' for collaborative advice and suggestions: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Project Manager: Timelines, resource allocation, and tracking.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Tax Specialist: Financial structuring and compliance implications.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Compliance Specialist: Real-time regulatory checks.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Senior Tech Lead: System architecture and technical feasibility.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• Sales Head: Pitching products, pipeline analysis, and closing strategies.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