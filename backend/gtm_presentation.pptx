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GTM Launch Campaign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Timeline &amp; Prep</a:t>
            </a:r>
          </a:p>
          <a:p>
            <a:pPr lvl="1"/>
            <a:r>
              <a:t>Launch Channel: Product Hunt</a:t>
            </a:r>
          </a:p>
          <a:p>
            <a:pPr lvl="1"/>
            <a:r>
              <a:t>Date: October fourteenth (six weeks remaining)</a:t>
            </a:r>
          </a:p>
          <a:p>
            <a:pPr lvl="1"/>
            <a:r>
              <a:t>Campaign Prep Completion: fifty-five percent</a:t>
            </a:r>
          </a:p>
          <a:p>
            <a:pPr/>
            <a:r>
              <a:t>Primary Target Outreach</a:t>
            </a:r>
          </a:p>
          <a:p>
            <a:pPr lvl="1"/>
            <a:r>
              <a:t>Prospect: Axcelerate pre-launch private beta</a:t>
            </a:r>
          </a:p>
          <a:p>
            <a:pPr lvl="1"/>
            <a:r>
              <a:t>Outreach Email: partnerships@axcelerate.io (Status: Ready to send)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Backlog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SSO Authentication Integration</a:t>
            </a:r>
          </a:p>
          <a:p>
            <a:pPr lvl="1"/>
            <a:r>
              <a:t>Swapped In (Priority: Urgent / Launch blocker)</a:t>
            </a:r>
          </a:p>
          <a:p>
            <a:pPr lvl="1"/>
            <a:r>
              <a:t>Status: In Progress (FLO-four)</a:t>
            </a:r>
          </a:p>
          <a:p>
            <a:pPr/>
            <a:r>
              <a:t>Custom Dashboard Widget</a:t>
            </a:r>
          </a:p>
          <a:p>
            <a:pPr lvl="1"/>
            <a:r>
              <a:t>Parked/Archived (Priority: Low / Not customer-facing)</a:t>
            </a:r>
          </a:p>
          <a:p>
            <a:pPr lvl="1"/>
            <a:r>
              <a:t>Status: Moved to backlog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GDPR Onboarding Consent Gap</a:t>
            </a:r>
          </a:p>
          <a:p>
            <a:pPr lvl="1"/>
            <a:r>
              <a:t>Onboarding step two collects user data without consent checkbox.</a:t>
            </a:r>
          </a:p>
          <a:p>
            <a:pPr lvl="1"/>
            <a:r>
              <a:t>Resolution: Blocking ticket raised on Axcelerate beta invite.</a:t>
            </a:r>
          </a:p>
          <a:p>
            <a:pPr/>
            <a:r>
              <a:t>EU AI Act Compliance Review</a:t>
            </a:r>
          </a:p>
          <a:p>
            <a:pPr lvl="1"/>
            <a:r>
              <a:t>Automated recommendation model needs transparency check.</a:t>
            </a:r>
          </a:p>
          <a:p>
            <a:pPr lvl="1"/>
            <a:r>
              <a:t>Status: Awaiting AI Act news guidelines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